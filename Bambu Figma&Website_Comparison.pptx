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65569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6A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112745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FIGMA vs WEBSITE</a:t>
            </a:r>
            <a:endParaRPr lang="en-US" sz="6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F0D08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Bambu Cafe &amp; Desserts</a:t>
            </a:r>
            <a:endParaRPr lang="en-US" sz="3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329184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CCFFCC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So sánh chi tiết các phần chưa trùng khớp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ADDA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bambucafe.com.au  |  Figma Design: iPhone 13 &amp; 14 - 1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US" sz="24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1. HEADER / NAVIGATION</a:t>
            </a:r>
            <a:endParaRPr lang="en-US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601200" y="91440"/>
            <a:ext cx="2286000" cy="457200"/>
          </a:xfrm>
          <a:prstGeom prst="round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 sz="24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9601200" y="914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⚠ Khác biệt lớn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74320" y="731520"/>
            <a:ext cx="5303520" cy="411480"/>
          </a:xfrm>
          <a:prstGeom prst="rect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en-US" sz="24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274320" y="73152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🎨  FIGMA DESIGN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035040" y="731520"/>
            <a:ext cx="5852160" cy="411480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US" sz="24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035040" y="731520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🌐  WEBSITE THỰC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74320" y="1188720"/>
            <a:ext cx="5303520" cy="2286000"/>
          </a:xfrm>
          <a:prstGeom prst="rect">
            <a:avLst/>
          </a:prstGeom>
          <a:solidFill>
            <a:srgbClr val="EBF5FB"/>
          </a:solidFill>
          <a:ln w="127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en-US" sz="24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65760" y="1234440"/>
            <a:ext cx="51206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• Logo: căn GIỮA (center)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• Nav trái: Hamburger menu (≡)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• Nav phải: Search icon (🔍)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• Không có CTA button trên header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• Background: trắng thuần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• Sticky header: chưa rõ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035040" y="1188720"/>
            <a:ext cx="5852160" cy="2286000"/>
          </a:xfrm>
          <a:prstGeom prst="rect">
            <a:avLst/>
          </a:prstGeom>
          <a:solidFill>
            <a:srgbClr val="EAFAF1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 sz="24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126480" y="1234440"/>
            <a:ext cx="56692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• Logo: căn TRÁI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• Không có hamburger trái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• Nav phải: Nút "ORDER" màu vàng-nâu + Hamburger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• CTA "ORDER" rất nổi bật — tăng conversion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• Background: trắng/kem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• Header sticky khi scroll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532120" y="164592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67E22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vs</a:t>
            </a:r>
            <a:endParaRPr lang="en-US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274320" y="3657600"/>
            <a:ext cx="11612880" cy="365760"/>
          </a:xfrm>
          <a:prstGeom prst="rect">
            <a:avLst/>
          </a:prstGeom>
          <a:solidFill>
            <a:srgbClr val="FEF9E7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 sz="24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65760" y="365760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D6608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📋  CÁC ĐIỂM CHƯA TRÙNG KHỚP: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74320" y="4114800"/>
            <a:ext cx="274320" cy="27432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 sz="24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274320" y="41148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!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40080" y="413308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Logo position: Figma đặt logo CENTER → Website đặt logo bên TRÁI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274320" y="4462272"/>
            <a:ext cx="274320" cy="27432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 sz="24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274320" y="44622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!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40080" y="44805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Nav trái: Figma có hamburger menu (≡) → Website KHÔNG CÓ hamburger trái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274320" y="4809744"/>
            <a:ext cx="274320" cy="27432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 sz="24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274320" y="48097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!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40080" y="4828032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Nav phải: Figma có search icon (🔍) → Website thay bằng nút "ORDER" màu vàng + hamburger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274320" y="5157216"/>
            <a:ext cx="274320" cy="27432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 sz="24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274320" y="51572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!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40080" y="5175504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CTA button: Figma KHÔNG có nút ORDER prominent → Website thêm nút "ORDER" rất nổi bật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US" sz="24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2. HERO SECTION</a:t>
            </a:r>
            <a:endParaRPr lang="en-US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601200" y="91440"/>
            <a:ext cx="2286000" cy="457200"/>
          </a:xfrm>
          <a:prstGeom prst="round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 sz="24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9601200" y="914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~ Cần xem xét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74320" y="731520"/>
            <a:ext cx="5303520" cy="411480"/>
          </a:xfrm>
          <a:prstGeom prst="rect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en-US" sz="24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274320" y="73152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🎨  FIGMA DESIGN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035040" y="731520"/>
            <a:ext cx="5852160" cy="411480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US" sz="24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035040" y="731520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🌐  WEBSITE THỰC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74320" y="1188720"/>
            <a:ext cx="5303520" cy="2286000"/>
          </a:xfrm>
          <a:prstGeom prst="rect">
            <a:avLst/>
          </a:prstGeom>
          <a:solidFill>
            <a:srgbClr val="EBF5FB"/>
          </a:solidFill>
          <a:ln w="127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en-US" sz="24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65760" y="1234440"/>
            <a:ext cx="51206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• Slider với nút prev/next (←/→)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• Ảnh đồ uống sắp xếp trên mặt bàn gỗ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• CTA: "Explore Our Menu" màu vàng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• Không có category icons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• 1 ảnh hero chính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• Scroll indicator chưa rõ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035040" y="1188720"/>
            <a:ext cx="5852160" cy="2286000"/>
          </a:xfrm>
          <a:prstGeom prst="rect">
            <a:avLst/>
          </a:prstGeom>
          <a:solidFill>
            <a:srgbClr val="EAFAF1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 sz="24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126480" y="1234440"/>
            <a:ext cx="56692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• Full-screen auto-sliding carousel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• Ảnh close-up nghệ thuật cao cấp hơn (nhiều góc)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• CTA: "Explore Our Menu" màu vàng — ✓ khớp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• Thêm 3 category icons: Coffee / Food / Desserts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• Nhiều slides tự động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• Smooth scroll snapping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532120" y="164592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67E22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vs</a:t>
            </a:r>
            <a:endParaRPr lang="en-US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274320" y="3657600"/>
            <a:ext cx="11612880" cy="365760"/>
          </a:xfrm>
          <a:prstGeom prst="rect">
            <a:avLst/>
          </a:prstGeom>
          <a:solidFill>
            <a:srgbClr val="FEF9E7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 sz="24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65760" y="365760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D6608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📋  CÁC ĐIỂM CHƯA TRÙNG KHỚP: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74320" y="4114800"/>
            <a:ext cx="274320" cy="27432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US" sz="24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274320" y="41148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!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40080" y="413308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Category icons: Figma KHÔNG có → Website thêm 3 icons (Coffee / Food / Desserts)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274320" y="4462272"/>
            <a:ext cx="274320" cy="27432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US" sz="24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274320" y="44622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!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40080" y="44805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Ảnh hero style: Figma dùng ảnh sản phẩm đơn giản → Website dùng slider ảnh nghệ thuật cao cấp hơn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274320" y="4809744"/>
            <a:ext cx="274320" cy="27432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US" sz="24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274320" y="48097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!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40080" y="4828032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Slider navigation: Figma có prev/next (←/→) nhỏ → Website dùng full-screen auto-slide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274320" y="5157216"/>
            <a:ext cx="274320" cy="27432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US" sz="24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274320" y="51572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!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40080" y="5175504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Số slides: Figma thiết kế 1 view chính → Website có nhiều slides (dessert, cà phê, món ăn, v.v.)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US" sz="24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3. ABOUT SECTION — "Two Locations"</a:t>
            </a:r>
            <a:endParaRPr lang="en-US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601200" y="91440"/>
            <a:ext cx="2286000" cy="457200"/>
          </a:xfrm>
          <a:prstGeom prst="round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 sz="24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9601200" y="914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~ Cần xem xét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74320" y="731520"/>
            <a:ext cx="5303520" cy="411480"/>
          </a:xfrm>
          <a:prstGeom prst="rect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en-US" sz="24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274320" y="73152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🎨  FIGMA DESIGN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035040" y="731520"/>
            <a:ext cx="5852160" cy="411480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US" sz="24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035040" y="731520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🌐  WEBSITE THỰC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74320" y="1188720"/>
            <a:ext cx="5303520" cy="2286000"/>
          </a:xfrm>
          <a:prstGeom prst="rect">
            <a:avLst/>
          </a:prstGeom>
          <a:solidFill>
            <a:srgbClr val="EBF5FB"/>
          </a:solidFill>
          <a:ln w="127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en-US" sz="24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65760" y="1234440"/>
            <a:ext cx="51206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• Tagline: "Two locations, One family Always fresh"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• Có đoạn mô tả ngắn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• Decoration: lá cây nhỏ, đơn giản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• Font size: nhỏ, đọc được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• Layout: text + hình nhỏ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035040" y="1188720"/>
            <a:ext cx="5852160" cy="2286000"/>
          </a:xfrm>
          <a:prstGeom prst="rect">
            <a:avLst/>
          </a:prstGeom>
          <a:solidFill>
            <a:srgbClr val="EAFAF1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 sz="24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126480" y="1234440"/>
            <a:ext cx="56692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• Tagline: "Two locations. One family. Always fresh." ✓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• Text: "Born in the heart of Sydney's southwest..."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• Decoration: lá cây RẤT LỚN, dramatic ở góc phải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• Font: BOLD, TO, impactful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• Layout: text lớn chiếm full width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532120" y="164592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67E22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vs</a:t>
            </a:r>
            <a:endParaRPr lang="en-US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274320" y="3657600"/>
            <a:ext cx="11612880" cy="365760"/>
          </a:xfrm>
          <a:prstGeom prst="rect">
            <a:avLst/>
          </a:prstGeom>
          <a:solidFill>
            <a:srgbClr val="FEF9E7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 sz="24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65760" y="365760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D6608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📋  CÁC ĐIỂM CHƯA TRÙNG KHỚP: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74320" y="4114800"/>
            <a:ext cx="274320" cy="27432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US" sz="24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274320" y="41148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!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40080" y="413308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Body text: Figma có đoạn mô tả ngắn chung chung → Website có text cụ thể "Born in the heart of Sydney's southwest..."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274320" y="4462272"/>
            <a:ext cx="274320" cy="27432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US" sz="24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274320" y="44622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!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40080" y="44805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Typography size: Figma font nhỏ → Website font BOLD, RẤT LỚN, ấn tượng hơn nhiều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274320" y="48097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!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274320" y="4809744"/>
            <a:ext cx="274320" cy="27432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US" sz="24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274320" y="48097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!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40080" y="4821936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Decoration: Figma có lá cây nhỏ → Website có lá cây lớn scale hơn nhiều ở góc phải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48" y="54864"/>
            <a:ext cx="12188952" cy="640080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US" sz="24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277368" y="100584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4. OUR FAVOURITES SECTION</a:t>
            </a:r>
            <a:endParaRPr lang="en-US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604248" y="146304"/>
            <a:ext cx="2286000" cy="457200"/>
          </a:xfrm>
          <a:prstGeom prst="round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 sz="24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9604248" y="146304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✓ Khác nhỏ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77368" y="786384"/>
            <a:ext cx="5303520" cy="411480"/>
          </a:xfrm>
          <a:prstGeom prst="rect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en-US" sz="24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277368" y="786384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🎨  FIGMA DESIGN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038088" y="786384"/>
            <a:ext cx="5852160" cy="411480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US" sz="24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038088" y="786384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🌐  WEBSITE THỰC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77368" y="1243584"/>
            <a:ext cx="5303520" cy="2286000"/>
          </a:xfrm>
          <a:prstGeom prst="rect">
            <a:avLst/>
          </a:prstGeom>
          <a:solidFill>
            <a:srgbClr val="EBF5FB"/>
          </a:solidFill>
          <a:ln w="127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en-US" sz="24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68808" y="1289304"/>
            <a:ext cx="51206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• Tiêu đề: "Our Favourites" ✓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• Nhánh lá trang trí phía trên ✓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• 2 cards trong frame mobile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• Labels: chỉ tên sản phẩm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• CTA: "→ link đến page menu" nhỏ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• Lá trang trí: nhỏ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038088" y="1243584"/>
            <a:ext cx="5852160" cy="2286000"/>
          </a:xfrm>
          <a:prstGeom prst="rect">
            <a:avLst/>
          </a:prstGeom>
          <a:solidFill>
            <a:srgbClr val="EAFAF1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 sz="24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129528" y="1289304"/>
            <a:ext cx="56692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• Tiêu đề: "Our Favourites" ✓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• Nhánh lá trang trí phía trên ✓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• 3 cards: Iced Coffee, Cabramatta Food, Sweet Desserts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• Labels: có arrow "→" (Iced Coffee →)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• CTA: Nút "View Full Menu" màu vàng, nổi bật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• Lá trang trí: TO hơn ở góc phải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535168" y="1700784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67E22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vs</a:t>
            </a:r>
            <a:endParaRPr lang="en-US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277368" y="3712464"/>
            <a:ext cx="11612880" cy="365760"/>
          </a:xfrm>
          <a:prstGeom prst="rect">
            <a:avLst/>
          </a:prstGeom>
          <a:solidFill>
            <a:srgbClr val="FEF9E7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 sz="24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68808" y="3712464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D6608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📋  CÁC ĐIỂM CHƯA TRÙNG KHỚP: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77368" y="4169664"/>
            <a:ext cx="274320" cy="27432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 sz="24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277368" y="416966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!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43128" y="4187952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Card labels: Figma chỉ có tên sản phẩm → Website thêm arrow "→" (Iced Coffee →, Cabramatta Food →)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277368" y="4517136"/>
            <a:ext cx="274320" cy="27432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 sz="24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277368" y="451713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!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43128" y="4535424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CTA button: Figma có "→ link đến page menu" nhỏ → Website có nút "View Full Menu" màu vàng nổi bật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277368" y="4864608"/>
            <a:ext cx="274320" cy="27432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 sz="24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277368" y="48646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!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43128" y="4882896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Leaf decoration: Figma lá nhỏ → Website lá to hơn ở góc phải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277368" y="5212080"/>
            <a:ext cx="274320" cy="27432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 sz="24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277368" y="52120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!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43128" y="523036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Số cards hiển thị: Figma mobile 2 cards → Website desktop 3 cards cùng lúc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US" sz="24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5. SOCIAL PROOF / RATINGS</a:t>
            </a:r>
            <a:endParaRPr lang="en-US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601200" y="91440"/>
            <a:ext cx="2286000" cy="457200"/>
          </a:xfrm>
          <a:prstGeom prst="round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 sz="24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9601200" y="914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⚠ Khác biệt lớn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74320" y="731520"/>
            <a:ext cx="5303520" cy="411480"/>
          </a:xfrm>
          <a:prstGeom prst="rect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en-US" sz="24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274320" y="73152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🎨  FIGMA DESIGN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035040" y="731520"/>
            <a:ext cx="5852160" cy="411480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US" sz="24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035040" y="731520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🌐  WEBSITE THỰC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74320" y="1188720"/>
            <a:ext cx="5303520" cy="2286000"/>
          </a:xfrm>
          <a:prstGeom prst="rect">
            <a:avLst/>
          </a:prstGeom>
          <a:solidFill>
            <a:srgbClr val="EBF5FB"/>
          </a:solidFill>
          <a:ln w="127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en-US" sz="24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65760" y="1234440"/>
            <a:ext cx="51206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• "Loved by Sydney Locals"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• Rating: 4.5★ (Google)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• Rating: 4.9★ 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• 200+ Reviews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• Icon Google hiển thị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• Số liệu cụ thể, credible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• Vị trí: giữa các sections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035040" y="1188720"/>
            <a:ext cx="5852160" cy="2286000"/>
          </a:xfrm>
          <a:prstGeom prst="rect">
            <a:avLst/>
          </a:prstGeom>
          <a:solidFill>
            <a:srgbClr val="EAFAF1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 sz="24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126480" y="1234440"/>
            <a:ext cx="56692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• Taglines: "Across Sydney"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• "Canley Heights"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• "Cabramatta"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• "Fresh &amp; Delicious"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• KHÔNG có số rating cụ thể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• KHÔNG có Google badge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• Brand messaging thay vì social proof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532120" y="164592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67E22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vs</a:t>
            </a:r>
            <a:endParaRPr lang="en-US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274320" y="3657600"/>
            <a:ext cx="11612880" cy="365760"/>
          </a:xfrm>
          <a:prstGeom prst="rect">
            <a:avLst/>
          </a:prstGeom>
          <a:solidFill>
            <a:srgbClr val="FEF9E7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 sz="24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65760" y="365760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D6608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📋  CÁC ĐIỂM CHƯA TRÙNG KHỚP: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74320" y="4114800"/>
            <a:ext cx="274320" cy="27432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 sz="24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274320" y="41148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!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40080" y="413308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Format hoàn toàn khác: Figma dùng số liệu cụ thể (4.5★, 4.9★, 200+) → Website dùng taglines branding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274320" y="4462272"/>
            <a:ext cx="274320" cy="27432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 sz="24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274320" y="44622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!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40080" y="44805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Nội dung: Figma "Loved by Sydney Locals 4.5★ / 4.9★ / 200+" → Website "Across Sydney / Canley Heights / Cabramatta / Fresh &amp; Delicious"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274320" y="4809744"/>
            <a:ext cx="274320" cy="27432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 sz="24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274320" y="48097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!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40080" y="4828032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Google rating badge: Figma có icon Google rõ ràng → Website KHÔNG hiển thị Google rating badge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274320" y="5157216"/>
            <a:ext cx="274320" cy="27432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 sz="24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274320" y="51572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!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40080" y="5175504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Credibility: Figma dùng social proof số → Website dùng location/brand messaging thay thế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US" sz="24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6. FIND US SECTION</a:t>
            </a:r>
            <a:endParaRPr lang="en-US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601200" y="91440"/>
            <a:ext cx="2286000" cy="457200"/>
          </a:xfrm>
          <a:prstGeom prst="round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 sz="24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9601200" y="914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~ Cần xem xét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74320" y="731520"/>
            <a:ext cx="5303520" cy="411480"/>
          </a:xfrm>
          <a:prstGeom prst="rect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en-US" sz="24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274320" y="73152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🎨  FIGMA DESIGN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035040" y="731520"/>
            <a:ext cx="5852160" cy="411480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US" sz="24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035040" y="731520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🌐  WEBSITE THỰC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74320" y="1188720"/>
            <a:ext cx="5303520" cy="2286000"/>
          </a:xfrm>
          <a:prstGeom prst="rect">
            <a:avLst/>
          </a:prstGeom>
          <a:solidFill>
            <a:srgbClr val="EBF5FB"/>
          </a:solidFill>
          <a:ln w="127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en-US" sz="24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65760" y="1234440"/>
            <a:ext cx="51206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• Tiêu đề: "Find Us" ✓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• Google Maps nhúng ✓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• Hiển thị địa chỉ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• KHÔNG có giờ mở cửa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• KHÔNG có rating tại location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• KHÔNG có nút Order per location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• Layout đơn giản hơn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035040" y="1188720"/>
            <a:ext cx="5852160" cy="2286000"/>
          </a:xfrm>
          <a:prstGeom prst="rect">
            <a:avLst/>
          </a:prstGeom>
          <a:solidFill>
            <a:srgbClr val="EAFAF1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 sz="24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126480" y="1234440"/>
            <a:ext cx="56692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• Tiêu đề: "Find Us" ✓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• Google Maps nhúng ✓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• Địa chỉ đầy đủ: 226 Canley Vale Road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• Giờ mở cửa: Mon-Thu 7AM-10PM, Fri-Sun 7AM-11PM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• Rating: 4.5 (45 reviews) ⭐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• Nút "Order Now" + Uber Eats link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• 2 location cards riêng biệt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532120" y="164592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67E22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vs</a:t>
            </a:r>
            <a:endParaRPr lang="en-US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274320" y="3657600"/>
            <a:ext cx="11612880" cy="365760"/>
          </a:xfrm>
          <a:prstGeom prst="rect">
            <a:avLst/>
          </a:prstGeom>
          <a:solidFill>
            <a:srgbClr val="FEF9E7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 sz="24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65760" y="365760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D6608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📋  CÁC ĐIỂM CHƯA TRÙNG KHỚP: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74320" y="4114800"/>
            <a:ext cx="274320" cy="27432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US" sz="24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274320" y="41148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!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40080" y="413308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Giờ mở cửa: Figma KHÔNG có → Website có "Mon-Thu: 7AM-10PM, Fri-Sun: 7AM-11PM"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274320" y="4462272"/>
            <a:ext cx="274320" cy="27432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US" sz="24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274320" y="44622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!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40080" y="44805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Rating tại địa điểm: Figma không rõ → Website hiển thị "4.5 (45 reviews)" tại mỗi location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274320" y="4809744"/>
            <a:ext cx="274320" cy="27432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US" sz="24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274320" y="48097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!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40080" y="4828032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CTA tại địa điểm: Figma không có → Website có nút "Order Now" + link Uber Eats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274320" y="5157216"/>
            <a:ext cx="274320" cy="27432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US" sz="24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274320" y="51572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!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40080" y="5175504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Số lượng địa điểm hiển thị: Figma 2 locations chung → Website 2 location cards riêng biệt với đầy đủ thông tin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US" sz="24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7. FOOTER</a:t>
            </a:r>
            <a:endParaRPr lang="en-US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601200" y="91440"/>
            <a:ext cx="2286000" cy="457200"/>
          </a:xfrm>
          <a:prstGeom prst="round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 sz="24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9601200" y="914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✓ Khác nhỏ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74320" y="731520"/>
            <a:ext cx="5303520" cy="411480"/>
          </a:xfrm>
          <a:prstGeom prst="rect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en-US" sz="24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274320" y="73152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🎨  FIGMA DESIGN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035040" y="731520"/>
            <a:ext cx="5852160" cy="411480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US" sz="24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035040" y="731520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🌐  WEBSITE THỰC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74320" y="1188720"/>
            <a:ext cx="5303520" cy="2286000"/>
          </a:xfrm>
          <a:prstGeom prst="rect">
            <a:avLst/>
          </a:prstGeom>
          <a:solidFill>
            <a:srgbClr val="EBF5FB"/>
          </a:solidFill>
          <a:ln w="127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en-US" sz="24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65760" y="1234440"/>
            <a:ext cx="51206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• Background: Dark green ✓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• Navigation links cơ bản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• Thông tin liên lạc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• Chưa thấy social media links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• Không có section "Useful Links"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• Không có copyright text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035040" y="1188720"/>
            <a:ext cx="5852160" cy="2286000"/>
          </a:xfrm>
          <a:prstGeom prst="rect">
            <a:avLst/>
          </a:prstGeom>
          <a:solidFill>
            <a:srgbClr val="EAFAF1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 sz="24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126480" y="1234440"/>
            <a:ext cx="56692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• Background: Dark green ✓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• "Useful Links": Home, Menu, Signature, About us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• SĐT: (+61) 455 509 655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• Uber Eats link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• Facebook + Instagram icons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• © 2026 Copyright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• "Designed by S.T.A.R Marketing &amp; Tech"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532120" y="164592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67E22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vs</a:t>
            </a:r>
            <a:endParaRPr lang="en-US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274320" y="3657600"/>
            <a:ext cx="11612880" cy="365760"/>
          </a:xfrm>
          <a:prstGeom prst="rect">
            <a:avLst/>
          </a:prstGeom>
          <a:solidFill>
            <a:srgbClr val="FEF9E7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 sz="24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65760" y="365760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D6608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📋  CÁC ĐIỂM CHƯA TRÙNG KHỚP: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74320" y="4114800"/>
            <a:ext cx="274320" cy="27432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 sz="24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274320" y="41148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!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40080" y="413308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Footer links: Figma có links menu đơn giản → Website có "Useful Links": Home, Menu, Signature, About us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274320" y="4462272"/>
            <a:ext cx="274320" cy="27432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 sz="24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274320" y="44622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!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40080" y="44805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Social media: Figma chưa rõ → Website có Facebook + Instagram icons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274320" y="4809744"/>
            <a:ext cx="274320" cy="27432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 sz="24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274320" y="48097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!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40080" y="4828032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Credit/Copyright: Figma không có → Website "© 2026 Copyright, Designed by S.T.A.R Marketing &amp; Tech"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274320" y="5157216"/>
            <a:ext cx="274320" cy="27432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 sz="24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274320" y="51572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!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40080" y="5175504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Contact info: Figma có info cơ bản → Website thêm SĐT (+61) 455 509 655 và Uber Eats link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US" sz="32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116403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TỔNG HỢP CÁC ĐIỂM CHƯA TRÙNG KHỚP</a:t>
            </a:r>
            <a:endParaRPr lang="en-US" sz="3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82880" y="731520"/>
            <a:ext cx="1828800" cy="475488"/>
          </a:xfrm>
          <a:prstGeom prst="rect">
            <a:avLst/>
          </a:prstGeom>
          <a:solidFill>
            <a:srgbClr val="2D6A4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 sz="32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228600" y="77724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Section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011680" y="731520"/>
            <a:ext cx="5029200" cy="475488"/>
          </a:xfrm>
          <a:prstGeom prst="rect">
            <a:avLst/>
          </a:prstGeom>
          <a:solidFill>
            <a:srgbClr val="2D6A4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 sz="32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2057400" y="777240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Điểm khác biệt chính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040880" y="731520"/>
            <a:ext cx="1371600" cy="475488"/>
          </a:xfrm>
          <a:prstGeom prst="rect">
            <a:avLst/>
          </a:prstGeom>
          <a:solidFill>
            <a:srgbClr val="2D6A4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 sz="32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086600" y="77724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Mức độ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8412480" y="731520"/>
            <a:ext cx="3657600" cy="475488"/>
          </a:xfrm>
          <a:prstGeom prst="rect">
            <a:avLst/>
          </a:prstGeom>
          <a:solidFill>
            <a:srgbClr val="2D6A4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 sz="32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458200" y="77724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Gợi ý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82880" y="1207008"/>
            <a:ext cx="1828800" cy="475488"/>
          </a:xfrm>
          <a:prstGeom prst="rect">
            <a:avLst/>
          </a:prstGeom>
          <a:solidFill>
            <a:srgbClr val="FDEDE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 sz="32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28600" y="1252728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Header/Nav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011680" y="1207008"/>
            <a:ext cx="5029200" cy="475488"/>
          </a:xfrm>
          <a:prstGeom prst="rect">
            <a:avLst/>
          </a:prstGeom>
          <a:solidFill>
            <a:srgbClr val="FDEDE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 sz="32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057400" y="1252728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Logo center→left, ORDER button thêm mới, Search icon mất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040880" y="1207008"/>
            <a:ext cx="1371600" cy="475488"/>
          </a:xfrm>
          <a:prstGeom prst="rect">
            <a:avLst/>
          </a:prstGeom>
          <a:solidFill>
            <a:srgbClr val="FDEDE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 sz="32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040880" y="1207008"/>
            <a:ext cx="1371600" cy="475488"/>
          </a:xfrm>
          <a:prstGeom prst="rect">
            <a:avLst/>
          </a:prstGeom>
          <a:solidFill>
            <a:srgbClr val="C0392B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 sz="32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086600" y="1252728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CAO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412480" y="1207008"/>
            <a:ext cx="3657600" cy="475488"/>
          </a:xfrm>
          <a:prstGeom prst="rect">
            <a:avLst/>
          </a:prstGeom>
          <a:solidFill>
            <a:srgbClr val="FDEDE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 sz="32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458200" y="125272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Cập nhật Figma theo website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182880" y="1682496"/>
            <a:ext cx="1828800" cy="475488"/>
          </a:xfrm>
          <a:prstGeom prst="rect">
            <a:avLst/>
          </a:prstGeom>
          <a:solidFill>
            <a:srgbClr val="FEF9E7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 sz="32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228600" y="1728216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Hero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2011680" y="1682496"/>
            <a:ext cx="5029200" cy="475488"/>
          </a:xfrm>
          <a:prstGeom prst="rect">
            <a:avLst/>
          </a:prstGeom>
          <a:solidFill>
            <a:srgbClr val="FEF9E7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 sz="32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2057400" y="1728216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Thêm category icons, slider cao cấp hơn, nhiều slides hơn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7040880" y="1682496"/>
            <a:ext cx="1371600" cy="475488"/>
          </a:xfrm>
          <a:prstGeom prst="rect">
            <a:avLst/>
          </a:prstGeom>
          <a:solidFill>
            <a:srgbClr val="FEF9E7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 sz="32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7040880" y="1682496"/>
            <a:ext cx="1371600" cy="475488"/>
          </a:xfrm>
          <a:prstGeom prst="rect">
            <a:avLst/>
          </a:prstGeom>
          <a:solidFill>
            <a:srgbClr val="E67E22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 sz="32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086600" y="1728216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TRUNG BÌNH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8412480" y="1682496"/>
            <a:ext cx="3657600" cy="475488"/>
          </a:xfrm>
          <a:prstGeom prst="rect">
            <a:avLst/>
          </a:prstGeom>
          <a:solidFill>
            <a:srgbClr val="FEF9E7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 sz="32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8458200" y="1728216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Cập nhật Figma với icons mới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182880" y="2157984"/>
            <a:ext cx="1828800" cy="475488"/>
          </a:xfrm>
          <a:prstGeom prst="rect">
            <a:avLst/>
          </a:prstGeom>
          <a:solidFill>
            <a:srgbClr val="FEF9E7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 sz="32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228600" y="2203704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About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2011680" y="2157984"/>
            <a:ext cx="5029200" cy="475488"/>
          </a:xfrm>
          <a:prstGeom prst="rect">
            <a:avLst/>
          </a:prstGeom>
          <a:solidFill>
            <a:srgbClr val="FEF9E7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 sz="32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2057400" y="2203704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Typography lớn hơn, body text khác, không có About link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7040880" y="2157984"/>
            <a:ext cx="1371600" cy="475488"/>
          </a:xfrm>
          <a:prstGeom prst="rect">
            <a:avLst/>
          </a:prstGeom>
          <a:solidFill>
            <a:srgbClr val="FEF9E7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 sz="32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7040880" y="2157984"/>
            <a:ext cx="1371600" cy="475488"/>
          </a:xfrm>
          <a:prstGeom prst="rect">
            <a:avLst/>
          </a:prstGeom>
          <a:solidFill>
            <a:srgbClr val="E67E22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 sz="32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7086600" y="2203704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TRUNG BÌNH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8412480" y="2157984"/>
            <a:ext cx="3657600" cy="475488"/>
          </a:xfrm>
          <a:prstGeom prst="rect">
            <a:avLst/>
          </a:prstGeom>
          <a:solidFill>
            <a:srgbClr val="FEF9E7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 sz="32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8458200" y="2203704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Thêm About Us link vào website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182880" y="2633472"/>
            <a:ext cx="1828800" cy="475488"/>
          </a:xfrm>
          <a:prstGeom prst="rect">
            <a:avLst/>
          </a:prstGeom>
          <a:solidFill>
            <a:srgbClr val="EAFAF1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 sz="32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228600" y="2679192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Our Favourites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2011680" y="2633472"/>
            <a:ext cx="5029200" cy="475488"/>
          </a:xfrm>
          <a:prstGeom prst="rect">
            <a:avLst/>
          </a:prstGeom>
          <a:solidFill>
            <a:srgbClr val="EAFAF1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 sz="32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2057400" y="2679192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Arrow labels, "View Full Menu" button, 3 cards desktop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7040880" y="2633472"/>
            <a:ext cx="1371600" cy="475488"/>
          </a:xfrm>
          <a:prstGeom prst="rect">
            <a:avLst/>
          </a:prstGeom>
          <a:solidFill>
            <a:srgbClr val="EAFAF1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 sz="32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7040880" y="2633472"/>
            <a:ext cx="1371600" cy="475488"/>
          </a:xfrm>
          <a:prstGeom prst="rect">
            <a:avLst/>
          </a:prstGeom>
          <a:solidFill>
            <a:srgbClr val="27AE60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 sz="32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7086600" y="2679192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THẤP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8412480" y="2633472"/>
            <a:ext cx="3657600" cy="475488"/>
          </a:xfrm>
          <a:prstGeom prst="rect">
            <a:avLst/>
          </a:prstGeom>
          <a:solidFill>
            <a:srgbClr val="EAFAF1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 sz="32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8458200" y="2679192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Ổn, chỉ responsive differences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182880" y="3108960"/>
            <a:ext cx="1828800" cy="475488"/>
          </a:xfrm>
          <a:prstGeom prst="rect">
            <a:avLst/>
          </a:prstGeom>
          <a:solidFill>
            <a:srgbClr val="FDEDE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 sz="32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228600" y="315468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Social Proof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2011680" y="3108960"/>
            <a:ext cx="5029200" cy="475488"/>
          </a:xfrm>
          <a:prstGeom prst="rect">
            <a:avLst/>
          </a:prstGeom>
          <a:solidFill>
            <a:srgbClr val="FDEDE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 sz="32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2057400" y="3154680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Không có Google ratings trên website — mất credibility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7040880" y="3108960"/>
            <a:ext cx="1371600" cy="475488"/>
          </a:xfrm>
          <a:prstGeom prst="rect">
            <a:avLst/>
          </a:prstGeom>
          <a:solidFill>
            <a:srgbClr val="FDEDE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 sz="32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7040880" y="3108960"/>
            <a:ext cx="1371600" cy="475488"/>
          </a:xfrm>
          <a:prstGeom prst="rect">
            <a:avLst/>
          </a:prstGeom>
          <a:solidFill>
            <a:srgbClr val="C0392B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 sz="32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7086600" y="315468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CAO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8412480" y="3108960"/>
            <a:ext cx="3657600" cy="475488"/>
          </a:xfrm>
          <a:prstGeom prst="rect">
            <a:avLst/>
          </a:prstGeom>
          <a:solidFill>
            <a:srgbClr val="FDEDE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 sz="32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8458200" y="315468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Thêm lại Google ratings vào website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182880" y="3584448"/>
            <a:ext cx="1828800" cy="475488"/>
          </a:xfrm>
          <a:prstGeom prst="rect">
            <a:avLst/>
          </a:prstGeom>
          <a:solidFill>
            <a:srgbClr val="FEF9E7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 sz="32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228600" y="3630168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Find Us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9" name="Shape 57"/>
          <p:cNvSpPr/>
          <p:nvPr/>
        </p:nvSpPr>
        <p:spPr>
          <a:xfrm>
            <a:off x="2011680" y="3584448"/>
            <a:ext cx="5029200" cy="475488"/>
          </a:xfrm>
          <a:prstGeom prst="rect">
            <a:avLst/>
          </a:prstGeom>
          <a:solidFill>
            <a:srgbClr val="FEF9E7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 sz="32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2057400" y="3630168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Website thêm giờ mở cửa, ratings, Order Now per location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1" name="Shape 59"/>
          <p:cNvSpPr/>
          <p:nvPr/>
        </p:nvSpPr>
        <p:spPr>
          <a:xfrm>
            <a:off x="7040880" y="3584448"/>
            <a:ext cx="1371600" cy="475488"/>
          </a:xfrm>
          <a:prstGeom prst="rect">
            <a:avLst/>
          </a:prstGeom>
          <a:solidFill>
            <a:srgbClr val="FEF9E7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 sz="32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2" name="Shape 60"/>
          <p:cNvSpPr/>
          <p:nvPr/>
        </p:nvSpPr>
        <p:spPr>
          <a:xfrm>
            <a:off x="7040880" y="3584448"/>
            <a:ext cx="1371600" cy="475488"/>
          </a:xfrm>
          <a:prstGeom prst="rect">
            <a:avLst/>
          </a:prstGeom>
          <a:solidFill>
            <a:srgbClr val="E67E22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 sz="32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7086600" y="3630168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TRUNG BÌNH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4" name="Shape 62"/>
          <p:cNvSpPr/>
          <p:nvPr/>
        </p:nvSpPr>
        <p:spPr>
          <a:xfrm>
            <a:off x="8412480" y="3584448"/>
            <a:ext cx="3657600" cy="475488"/>
          </a:xfrm>
          <a:prstGeom prst="rect">
            <a:avLst/>
          </a:prstGeom>
          <a:solidFill>
            <a:srgbClr val="FEF9E7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 sz="32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5" name="Text 63"/>
          <p:cNvSpPr/>
          <p:nvPr/>
        </p:nvSpPr>
        <p:spPr>
          <a:xfrm>
            <a:off x="8458200" y="363016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Cập nhật Figma thêm thông tin này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6" name="Shape 64"/>
          <p:cNvSpPr/>
          <p:nvPr/>
        </p:nvSpPr>
        <p:spPr>
          <a:xfrm>
            <a:off x="182880" y="4059936"/>
            <a:ext cx="1828800" cy="475488"/>
          </a:xfrm>
          <a:prstGeom prst="rect">
            <a:avLst/>
          </a:prstGeom>
          <a:solidFill>
            <a:srgbClr val="EAFAF1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 sz="32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7" name="Text 65"/>
          <p:cNvSpPr/>
          <p:nvPr/>
        </p:nvSpPr>
        <p:spPr>
          <a:xfrm>
            <a:off x="228600" y="4105656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Footer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8" name="Shape 66"/>
          <p:cNvSpPr/>
          <p:nvPr/>
        </p:nvSpPr>
        <p:spPr>
          <a:xfrm>
            <a:off x="2011680" y="4059936"/>
            <a:ext cx="5029200" cy="475488"/>
          </a:xfrm>
          <a:prstGeom prst="rect">
            <a:avLst/>
          </a:prstGeom>
          <a:solidFill>
            <a:srgbClr val="EAFAF1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 sz="32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9" name="Text 67"/>
          <p:cNvSpPr/>
          <p:nvPr/>
        </p:nvSpPr>
        <p:spPr>
          <a:xfrm>
            <a:off x="2057400" y="4105656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Social media icons, Useful Links structure, copyright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0" name="Shape 68"/>
          <p:cNvSpPr/>
          <p:nvPr/>
        </p:nvSpPr>
        <p:spPr>
          <a:xfrm>
            <a:off x="7040880" y="4059936"/>
            <a:ext cx="1371600" cy="475488"/>
          </a:xfrm>
          <a:prstGeom prst="rect">
            <a:avLst/>
          </a:prstGeom>
          <a:solidFill>
            <a:srgbClr val="EAFAF1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 sz="32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1" name="Shape 69"/>
          <p:cNvSpPr/>
          <p:nvPr/>
        </p:nvSpPr>
        <p:spPr>
          <a:xfrm>
            <a:off x="7040880" y="4059936"/>
            <a:ext cx="1371600" cy="475488"/>
          </a:xfrm>
          <a:prstGeom prst="rect">
            <a:avLst/>
          </a:prstGeom>
          <a:solidFill>
            <a:srgbClr val="27AE60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 sz="32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2" name="Text 70"/>
          <p:cNvSpPr/>
          <p:nvPr/>
        </p:nvSpPr>
        <p:spPr>
          <a:xfrm>
            <a:off x="7086600" y="4105656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THẤP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3" name="Shape 71"/>
          <p:cNvSpPr/>
          <p:nvPr/>
        </p:nvSpPr>
        <p:spPr>
          <a:xfrm>
            <a:off x="8412480" y="4059936"/>
            <a:ext cx="3657600" cy="475488"/>
          </a:xfrm>
          <a:prstGeom prst="rect">
            <a:avLst/>
          </a:prstGeom>
          <a:solidFill>
            <a:srgbClr val="EAFAF1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 sz="32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4" name="Text 72"/>
          <p:cNvSpPr/>
          <p:nvPr/>
        </p:nvSpPr>
        <p:spPr>
          <a:xfrm>
            <a:off x="8458200" y="4105656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Ổn, website hoàn thiện hơn Figma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5" name="Text 73"/>
          <p:cNvSpPr/>
          <p:nvPr/>
        </p:nvSpPr>
        <p:spPr>
          <a:xfrm>
            <a:off x="182880" y="6400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Mức độ ưu tiên: 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6" name="Shape 74"/>
          <p:cNvSpPr/>
          <p:nvPr/>
        </p:nvSpPr>
        <p:spPr>
          <a:xfrm>
            <a:off x="2011680" y="6446520"/>
            <a:ext cx="274320" cy="22860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 sz="32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7" name="Text 75"/>
          <p:cNvSpPr/>
          <p:nvPr/>
        </p:nvSpPr>
        <p:spPr>
          <a:xfrm>
            <a:off x="2377440" y="64465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CAO — cần xử lý gấp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8" name="Shape 76"/>
          <p:cNvSpPr/>
          <p:nvPr/>
        </p:nvSpPr>
        <p:spPr>
          <a:xfrm>
            <a:off x="5212080" y="6446520"/>
            <a:ext cx="274320" cy="22860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US" sz="32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9" name="Text 77"/>
          <p:cNvSpPr/>
          <p:nvPr/>
        </p:nvSpPr>
        <p:spPr>
          <a:xfrm>
            <a:off x="5577840" y="64465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TRUNG BÌNH — cần xem xét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0" name="Shape 78"/>
          <p:cNvSpPr/>
          <p:nvPr/>
        </p:nvSpPr>
        <p:spPr>
          <a:xfrm>
            <a:off x="8412480" y="6446520"/>
            <a:ext cx="274320" cy="22860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 sz="32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1" name="Text 79"/>
          <p:cNvSpPr/>
          <p:nvPr/>
        </p:nvSpPr>
        <p:spPr>
          <a:xfrm>
            <a:off x="8778240" y="64465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THẤP — chú ý nhỏ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1639</Words>
  <Application>Microsoft Office PowerPoint</Application>
  <PresentationFormat>Widescreen</PresentationFormat>
  <Paragraphs>234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Doan Phuc</cp:lastModifiedBy>
  <cp:revision>3</cp:revision>
  <dcterms:created xsi:type="dcterms:W3CDTF">2026-06-04T13:08:53Z</dcterms:created>
  <dcterms:modified xsi:type="dcterms:W3CDTF">2026-06-04T14:11:25Z</dcterms:modified>
</cp:coreProperties>
</file>